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78" r:id="rId3"/>
    <p:sldId id="281" r:id="rId4"/>
    <p:sldId id="279" r:id="rId5"/>
    <p:sldId id="280" r:id="rId6"/>
    <p:sldId id="282" r:id="rId7"/>
    <p:sldId id="283" r:id="rId8"/>
    <p:sldId id="284" r:id="rId9"/>
    <p:sldId id="286" r:id="rId10"/>
    <p:sldId id="28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515" autoAdjust="0"/>
  </p:normalViewPr>
  <p:slideViewPr>
    <p:cSldViewPr snapToGrid="0">
      <p:cViewPr varScale="1">
        <p:scale>
          <a:sx n="65" d="100"/>
          <a:sy n="65" d="100"/>
        </p:scale>
        <p:origin x="702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225_2017experiment\rat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225_2017experiment\rating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513_2017dataAnalysis\analysisexcel\rating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513_2017dataAnalysis\analysisexcel\rating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513_2017dataAnalysis\analysisexcel\rating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text accuracy(paper)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Sheet1!$B$8:$F$8</c:f>
              <c:numCache>
                <c:formatCode>General</c:formatCode>
                <c:ptCount val="5"/>
                <c:pt idx="0">
                  <c:v>164.5</c:v>
                </c:pt>
                <c:pt idx="1">
                  <c:v>143.5</c:v>
                </c:pt>
                <c:pt idx="2">
                  <c:v>145</c:v>
                </c:pt>
                <c:pt idx="3">
                  <c:v>164.5</c:v>
                </c:pt>
                <c:pt idx="4">
                  <c:v>151.5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4A-4E24-86F7-27F4E1FAFA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 accuracy(ipad)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Sheet1!$B$10:$F$10</c:f>
              <c:numCache>
                <c:formatCode>General</c:formatCode>
                <c:ptCount val="5"/>
                <c:pt idx="0">
                  <c:v>132.5</c:v>
                </c:pt>
                <c:pt idx="1">
                  <c:v>134</c:v>
                </c:pt>
                <c:pt idx="2">
                  <c:v>142</c:v>
                </c:pt>
                <c:pt idx="3">
                  <c:v>153</c:v>
                </c:pt>
                <c:pt idx="4">
                  <c:v>143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D4A-4E24-86F7-27F4E1FAFA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image(paper)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Sheet1!$B$9:$F$9</c:f>
              <c:numCache>
                <c:formatCode>General</c:formatCode>
                <c:ptCount val="5"/>
                <c:pt idx="0">
                  <c:v>0.71399999999999997</c:v>
                </c:pt>
                <c:pt idx="1">
                  <c:v>0.93</c:v>
                </c:pt>
                <c:pt idx="2">
                  <c:v>0.78</c:v>
                </c:pt>
                <c:pt idx="3">
                  <c:v>0.85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59-4B67-998D-6F3EE28EF3AB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image(ipad)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Sheet1!$B$11:$F$11</c:f>
              <c:numCache>
                <c:formatCode>General</c:formatCode>
                <c:ptCount val="5"/>
                <c:pt idx="0">
                  <c:v>0.75</c:v>
                </c:pt>
                <c:pt idx="1">
                  <c:v>0.75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059-4B67-998D-6F3EE28EF3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text accuracy(paper)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Sheet1!$B$8:$I$8</c:f>
              <c:numCache>
                <c:formatCode>General</c:formatCode>
                <c:ptCount val="8"/>
                <c:pt idx="0">
                  <c:v>164.5</c:v>
                </c:pt>
                <c:pt idx="1">
                  <c:v>143.5</c:v>
                </c:pt>
                <c:pt idx="2">
                  <c:v>145</c:v>
                </c:pt>
                <c:pt idx="3">
                  <c:v>164.5</c:v>
                </c:pt>
                <c:pt idx="4">
                  <c:v>151.5</c:v>
                </c:pt>
                <c:pt idx="5">
                  <c:v>144.5</c:v>
                </c:pt>
                <c:pt idx="6">
                  <c:v>129.5</c:v>
                </c:pt>
                <c:pt idx="7">
                  <c:v>153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06-473C-B434-937371D68C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 accuracy(ipad)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Sheet1!$B$10:$I$10</c:f>
              <c:numCache>
                <c:formatCode>General</c:formatCode>
                <c:ptCount val="8"/>
                <c:pt idx="0">
                  <c:v>132.5</c:v>
                </c:pt>
                <c:pt idx="1">
                  <c:v>134</c:v>
                </c:pt>
                <c:pt idx="2">
                  <c:v>142</c:v>
                </c:pt>
                <c:pt idx="3">
                  <c:v>153</c:v>
                </c:pt>
                <c:pt idx="4">
                  <c:v>143</c:v>
                </c:pt>
                <c:pt idx="5">
                  <c:v>159</c:v>
                </c:pt>
                <c:pt idx="6">
                  <c:v>130.5</c:v>
                </c:pt>
                <c:pt idx="7">
                  <c:v>161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006-473C-B434-937371D68C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test cases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Accuracy/minute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image(paper)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Sheet1!$B$9:$I$9</c:f>
              <c:numCache>
                <c:formatCode>General</c:formatCode>
                <c:ptCount val="8"/>
                <c:pt idx="0">
                  <c:v>0.71399999999999997</c:v>
                </c:pt>
                <c:pt idx="1">
                  <c:v>0.93</c:v>
                </c:pt>
                <c:pt idx="2">
                  <c:v>0.78</c:v>
                </c:pt>
                <c:pt idx="3">
                  <c:v>0.85</c:v>
                </c:pt>
                <c:pt idx="4">
                  <c:v>1</c:v>
                </c:pt>
                <c:pt idx="5">
                  <c:v>0.56999999999999995</c:v>
                </c:pt>
                <c:pt idx="6">
                  <c:v>0.71399999999999997</c:v>
                </c:pt>
                <c:pt idx="7">
                  <c:v>0.78600000000000003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66-4EF8-88EC-805888941495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image(ipad)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Sheet1!$B$11:$I$11</c:f>
              <c:numCache>
                <c:formatCode>General</c:formatCode>
                <c:ptCount val="8"/>
                <c:pt idx="0">
                  <c:v>0.75</c:v>
                </c:pt>
                <c:pt idx="1">
                  <c:v>0.75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0.5</c:v>
                </c:pt>
                <c:pt idx="6">
                  <c:v>0.625</c:v>
                </c:pt>
                <c:pt idx="7">
                  <c:v>0.875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66-4EF8-88EC-8058889414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test cases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Accuracy/minute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Preference from reading</a:t>
            </a:r>
            <a:r>
              <a:rPr lang="en-US" baseline="0"/>
              <a:t> on paper to electric surfaces: from 1 to 5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F85-4F66-9ED9-C853481F981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F85-4F66-9ED9-C853481F981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F85-4F66-9ED9-C853481F981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F85-4F66-9ED9-C853481F9816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F85-4F66-9ED9-C853481F9816}"/>
              </c:ext>
            </c:extLst>
          </c:dPt>
          <c:val>
            <c:numRef>
              <c:f>Sheet1!$B$14:$B$18</c:f>
              <c:numCache>
                <c:formatCode>General</c:formatCode>
                <c:ptCount val="5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F85-4F66-9ED9-C853481F98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4B3FD-5CA6-4F8D-87DB-923C724B26AD}" type="datetimeFigureOut">
              <a:rPr lang="en-US" smtClean="0"/>
              <a:t>5/24/2017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3DA5E-4F1F-4F9D-A982-7D5FFAF79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35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96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14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18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87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47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99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30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54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998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56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789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70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7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815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6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92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00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75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51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298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B8F32-33AF-47F0-AE00-4D33ACB67E6E}" type="datetimeFigureOut">
              <a:rPr lang="en-US" smtClean="0"/>
              <a:t>5/24/2017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502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>
            <a:spLocks/>
          </p:cNvSpPr>
          <p:nvPr/>
        </p:nvSpPr>
        <p:spPr>
          <a:xfrm>
            <a:off x="1070421" y="2081795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Experiment result tracing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  <a:p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0421" y="2979615"/>
            <a:ext cx="34309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In working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1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Case5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23527" y="2123996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5" name="Rectangle 4"/>
          <p:cNvSpPr/>
          <p:nvPr/>
        </p:nvSpPr>
        <p:spPr>
          <a:xfrm>
            <a:off x="1122145" y="3358827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6" name="Rectangle 5"/>
          <p:cNvSpPr/>
          <p:nvPr/>
        </p:nvSpPr>
        <p:spPr>
          <a:xfrm>
            <a:off x="1123527" y="2564440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151.5 words/min</a:t>
            </a:r>
          </a:p>
          <a:p>
            <a:r>
              <a:rPr lang="en-US" altLang="zh-CN" dirty="0" smtClean="0"/>
              <a:t>Image Distinguish: 100%</a:t>
            </a:r>
            <a:endParaRPr lang="en-US" altLang="zh-CN" dirty="0"/>
          </a:p>
        </p:txBody>
      </p:sp>
      <p:sp>
        <p:nvSpPr>
          <p:cNvPr id="7" name="Rectangle 6"/>
          <p:cNvSpPr/>
          <p:nvPr/>
        </p:nvSpPr>
        <p:spPr>
          <a:xfrm>
            <a:off x="1122145" y="3799271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143 words/min</a:t>
            </a:r>
          </a:p>
          <a:p>
            <a:r>
              <a:rPr lang="en-US" altLang="zh-CN" dirty="0" smtClean="0"/>
              <a:t>Image Distinguish: 100%</a:t>
            </a:r>
            <a:endParaRPr lang="en-US" altLang="zh-CN" dirty="0"/>
          </a:p>
        </p:txBody>
      </p:sp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9352006"/>
              </p:ext>
            </p:extLst>
          </p:nvPr>
        </p:nvGraphicFramePr>
        <p:xfrm>
          <a:off x="4991156" y="714809"/>
          <a:ext cx="4829174" cy="26459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434185"/>
              </p:ext>
            </p:extLst>
          </p:nvPr>
        </p:nvGraphicFramePr>
        <p:xfrm>
          <a:off x="4991156" y="3683884"/>
          <a:ext cx="4829174" cy="2647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0896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Case5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23527" y="2123996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5" name="Rectangle 4"/>
          <p:cNvSpPr/>
          <p:nvPr/>
        </p:nvSpPr>
        <p:spPr>
          <a:xfrm>
            <a:off x="1122145" y="3358827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6" name="Rectangle 5"/>
          <p:cNvSpPr/>
          <p:nvPr/>
        </p:nvSpPr>
        <p:spPr>
          <a:xfrm>
            <a:off x="1123527" y="2564440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151.5 words/min</a:t>
            </a:r>
          </a:p>
          <a:p>
            <a:r>
              <a:rPr lang="en-US" altLang="zh-CN" dirty="0" smtClean="0"/>
              <a:t>Image Distinguish: 100%</a:t>
            </a:r>
            <a:endParaRPr lang="en-US" altLang="zh-CN" dirty="0"/>
          </a:p>
        </p:txBody>
      </p:sp>
      <p:sp>
        <p:nvSpPr>
          <p:cNvPr id="7" name="Rectangle 6"/>
          <p:cNvSpPr/>
          <p:nvPr/>
        </p:nvSpPr>
        <p:spPr>
          <a:xfrm>
            <a:off x="1122145" y="3799271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143 words/min</a:t>
            </a:r>
          </a:p>
          <a:p>
            <a:r>
              <a:rPr lang="en-US" altLang="zh-CN" dirty="0" smtClean="0"/>
              <a:t>Image Distinguish: 100%</a:t>
            </a:r>
            <a:endParaRPr lang="en-US" altLang="zh-C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3" b="2161"/>
          <a:stretch/>
        </p:blipFill>
        <p:spPr>
          <a:xfrm>
            <a:off x="5744040" y="798146"/>
            <a:ext cx="3607468" cy="22955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367" y="3358827"/>
            <a:ext cx="3635141" cy="247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2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Case5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648" y="2334114"/>
            <a:ext cx="4906475" cy="32225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1314" y="1754664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2017-04-28 11:56:17 259,46 61.1940298507</a:t>
            </a:r>
          </a:p>
          <a:p>
            <a:r>
              <a:rPr lang="en-US" sz="1400" dirty="0"/>
              <a:t>2017-04-28 11:56:18 268,76 488.095238095</a:t>
            </a:r>
          </a:p>
          <a:p>
            <a:r>
              <a:rPr lang="en-US" sz="1400" dirty="0"/>
              <a:t>2017-04-28 11:56:18 269,77 512.5</a:t>
            </a:r>
          </a:p>
          <a:p>
            <a:r>
              <a:rPr lang="en-US" sz="1400" dirty="0"/>
              <a:t>2017-04-28 11:56:18 271,77 512.5</a:t>
            </a:r>
          </a:p>
          <a:p>
            <a:r>
              <a:rPr lang="en-US" sz="1400" dirty="0"/>
              <a:t>2017-04-28 11:56:18 165,268 500.0</a:t>
            </a:r>
          </a:p>
          <a:p>
            <a:r>
              <a:rPr lang="en-US" sz="1400" dirty="0"/>
              <a:t>2017-04-28 11:56:18 204,393 301.470588235</a:t>
            </a:r>
          </a:p>
          <a:p>
            <a:r>
              <a:rPr lang="en-US" sz="1400" dirty="0"/>
              <a:t>2017-04-28 11:56:18 290,180 488.095238095</a:t>
            </a:r>
          </a:p>
          <a:p>
            <a:r>
              <a:rPr lang="en-US" sz="1400" dirty="0"/>
              <a:t>2017-04-28 11:56:18 202,386 250.0</a:t>
            </a:r>
          </a:p>
          <a:p>
            <a:r>
              <a:rPr lang="en-US" sz="1400" dirty="0"/>
              <a:t>2017-04-28 11:56:19 270,78 525.641025641</a:t>
            </a:r>
          </a:p>
          <a:p>
            <a:r>
              <a:rPr lang="en-US" sz="1400" dirty="0"/>
              <a:t>2017-04-28 11:56:19 272,77 525.641025641</a:t>
            </a:r>
          </a:p>
          <a:p>
            <a:r>
              <a:rPr lang="en-US" sz="1400" dirty="0"/>
              <a:t>2017-04-28 11:56:19 331,348 225.274725275</a:t>
            </a:r>
          </a:p>
          <a:p>
            <a:r>
              <a:rPr lang="en-US" sz="1400" dirty="0"/>
              <a:t>2017-04-28 11:56:20 30,118 427.083333333</a:t>
            </a:r>
          </a:p>
          <a:p>
            <a:r>
              <a:rPr lang="en-US" sz="1400" dirty="0"/>
              <a:t>2017-04-28 11:56:20 311,194 539.473684211</a:t>
            </a:r>
          </a:p>
          <a:p>
            <a:r>
              <a:rPr lang="en-US" sz="1400" dirty="0"/>
              <a:t>2017-04-28 11:56:20 318,199 585.714285714</a:t>
            </a:r>
          </a:p>
          <a:p>
            <a:r>
              <a:rPr lang="en-US" sz="1400" dirty="0"/>
              <a:t>2017-04-28 11:56:22 271,76 512.5</a:t>
            </a:r>
          </a:p>
          <a:p>
            <a:r>
              <a:rPr lang="en-US" sz="1400" dirty="0"/>
              <a:t>2017-04-28 11:56:23 311,201 640.625</a:t>
            </a:r>
          </a:p>
          <a:p>
            <a:r>
              <a:rPr lang="en-US" sz="1400" dirty="0"/>
              <a:t>2017-04-28 11:56:23 310,199 512.5</a:t>
            </a:r>
          </a:p>
          <a:p>
            <a:r>
              <a:rPr lang="en-US" sz="1400" dirty="0"/>
              <a:t>2017-04-28 11:56:23 311,198 512.5</a:t>
            </a:r>
          </a:p>
          <a:p>
            <a:r>
              <a:rPr lang="en-US" sz="1400" dirty="0"/>
              <a:t>2017-04-28 11:56:23 311,198 512.5</a:t>
            </a:r>
          </a:p>
          <a:p>
            <a:r>
              <a:rPr lang="en-US" sz="1400" dirty="0"/>
              <a:t>2017-04-28 12:13:51 125,5 0.0</a:t>
            </a:r>
          </a:p>
          <a:p>
            <a:r>
              <a:rPr lang="en-US" sz="1400" dirty="0"/>
              <a:t>2017-04-28 12:13:51 148,134 0.0</a:t>
            </a:r>
          </a:p>
          <a:p>
            <a:r>
              <a:rPr lang="en-US" sz="1400" dirty="0"/>
              <a:t>2017-04-28 12:13:51 130,6 0.0</a:t>
            </a:r>
          </a:p>
        </p:txBody>
      </p:sp>
    </p:spTree>
    <p:extLst>
      <p:ext uri="{BB962C8B-B14F-4D97-AF65-F5344CB8AC3E}">
        <p14:creationId xmlns:p14="http://schemas.microsoft.com/office/powerpoint/2010/main" val="107101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Reorganize the data structure flow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9384" y="3928439"/>
            <a:ext cx="2172677" cy="646331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Control data collected from GUI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49383" y="2060857"/>
            <a:ext cx="2172677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Basic information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24476" y="1999924"/>
            <a:ext cx="1238741" cy="923330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Paper test </a:t>
            </a:r>
            <a:r>
              <a:rPr lang="en-US" dirty="0" err="1" smtClean="0"/>
              <a:t>test</a:t>
            </a:r>
            <a:r>
              <a:rPr lang="en-US" dirty="0" smtClean="0"/>
              <a:t> time for each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24475" y="3844379"/>
            <a:ext cx="1238742" cy="923330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 smtClean="0"/>
              <a:t>Ipad</a:t>
            </a:r>
            <a:r>
              <a:rPr lang="en-US" dirty="0" smtClean="0"/>
              <a:t> test time for each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996261" y="1747184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text1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555427" y="1747184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text2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996260" y="2272751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image3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555427" y="2271497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image4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996257" y="2800431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image5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555426" y="2800431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image6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996256" y="3595811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text1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555429" y="3592905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text2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996255" y="4121378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image3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555428" y="4121378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image4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996255" y="4646945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image5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555427" y="4646152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image6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836039" y="1149556"/>
            <a:ext cx="155917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Input accuracy 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022770" y="5297088"/>
            <a:ext cx="1559171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Motion data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7794167" y="5971090"/>
            <a:ext cx="201637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by minute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124475" y="5967099"/>
            <a:ext cx="1238742" cy="369221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Total time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8114593" y="1747184"/>
            <a:ext cx="155917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score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8114593" y="2534539"/>
            <a:ext cx="155917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score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8114593" y="3592905"/>
            <a:ext cx="155917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score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8114593" y="4380260"/>
            <a:ext cx="155917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score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5224858" y="5298773"/>
            <a:ext cx="1559171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Facial data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996253" y="5963805"/>
            <a:ext cx="201637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by minute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0301748" y="3063722"/>
            <a:ext cx="1430594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Visualization Model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0507219" y="5825305"/>
            <a:ext cx="1046141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Solar data</a:t>
            </a:r>
            <a:endParaRPr lang="en-US" dirty="0"/>
          </a:p>
        </p:txBody>
      </p:sp>
      <p:cxnSp>
        <p:nvCxnSpPr>
          <p:cNvPr id="39" name="Elbow Connector 38"/>
          <p:cNvCxnSpPr>
            <a:stCxn id="6" idx="1"/>
            <a:endCxn id="26" idx="1"/>
          </p:cNvCxnSpPr>
          <p:nvPr/>
        </p:nvCxnSpPr>
        <p:spPr>
          <a:xfrm rot="10800000" flipV="1">
            <a:off x="3124476" y="2461588"/>
            <a:ext cx="1" cy="3690121"/>
          </a:xfrm>
          <a:prstGeom prst="bentConnector3">
            <a:avLst>
              <a:gd name="adj1" fmla="val 22860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" idx="0"/>
          </p:cNvCxnSpPr>
          <p:nvPr/>
        </p:nvCxnSpPr>
        <p:spPr>
          <a:xfrm flipV="1">
            <a:off x="1535723" y="2456163"/>
            <a:ext cx="0" cy="1472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" idx="3"/>
          </p:cNvCxnSpPr>
          <p:nvPr/>
        </p:nvCxnSpPr>
        <p:spPr>
          <a:xfrm flipV="1">
            <a:off x="2622061" y="4251604"/>
            <a:ext cx="26124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/>
          <p:cNvCxnSpPr>
            <a:stCxn id="15" idx="1"/>
            <a:endCxn id="19" idx="1"/>
          </p:cNvCxnSpPr>
          <p:nvPr/>
        </p:nvCxnSpPr>
        <p:spPr>
          <a:xfrm rot="10800000" flipV="1">
            <a:off x="4996256" y="3780477"/>
            <a:ext cx="1" cy="1051134"/>
          </a:xfrm>
          <a:prstGeom prst="bentConnector3">
            <a:avLst>
              <a:gd name="adj1" fmla="val 22860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stCxn id="9" idx="1"/>
            <a:endCxn id="13" idx="1"/>
          </p:cNvCxnSpPr>
          <p:nvPr/>
        </p:nvCxnSpPr>
        <p:spPr>
          <a:xfrm rot="10800000" flipV="1">
            <a:off x="4996257" y="1931849"/>
            <a:ext cx="4" cy="1053247"/>
          </a:xfrm>
          <a:prstGeom prst="bentConnector3">
            <a:avLst>
              <a:gd name="adj1" fmla="val 5715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1" idx="2"/>
            <a:endCxn id="9" idx="0"/>
          </p:cNvCxnSpPr>
          <p:nvPr/>
        </p:nvCxnSpPr>
        <p:spPr>
          <a:xfrm>
            <a:off x="5615625" y="1518888"/>
            <a:ext cx="7" cy="228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6" idx="3"/>
          </p:cNvCxnSpPr>
          <p:nvPr/>
        </p:nvCxnSpPr>
        <p:spPr>
          <a:xfrm>
            <a:off x="4363217" y="2461589"/>
            <a:ext cx="396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7" idx="3"/>
          </p:cNvCxnSpPr>
          <p:nvPr/>
        </p:nvCxnSpPr>
        <p:spPr>
          <a:xfrm>
            <a:off x="4363217" y="4306044"/>
            <a:ext cx="396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0" idx="3"/>
            <a:endCxn id="28" idx="1"/>
          </p:cNvCxnSpPr>
          <p:nvPr/>
        </p:nvCxnSpPr>
        <p:spPr>
          <a:xfrm>
            <a:off x="7794168" y="1931850"/>
            <a:ext cx="3204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16" idx="3"/>
            <a:endCxn id="30" idx="1"/>
          </p:cNvCxnSpPr>
          <p:nvPr/>
        </p:nvCxnSpPr>
        <p:spPr>
          <a:xfrm>
            <a:off x="7794170" y="3777571"/>
            <a:ext cx="3204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18" idx="3"/>
            <a:endCxn id="20" idx="3"/>
          </p:cNvCxnSpPr>
          <p:nvPr/>
        </p:nvCxnSpPr>
        <p:spPr>
          <a:xfrm flipH="1">
            <a:off x="7794168" y="4306044"/>
            <a:ext cx="1" cy="524774"/>
          </a:xfrm>
          <a:prstGeom prst="bentConnector3">
            <a:avLst>
              <a:gd name="adj1" fmla="val -228600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/>
          <p:cNvCxnSpPr>
            <a:stCxn id="12" idx="3"/>
            <a:endCxn id="14" idx="3"/>
          </p:cNvCxnSpPr>
          <p:nvPr/>
        </p:nvCxnSpPr>
        <p:spPr>
          <a:xfrm flipH="1">
            <a:off x="7794167" y="2456163"/>
            <a:ext cx="1" cy="528934"/>
          </a:xfrm>
          <a:prstGeom prst="bentConnector3">
            <a:avLst>
              <a:gd name="adj1" fmla="val -228600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33" idx="2"/>
            <a:endCxn id="36" idx="0"/>
          </p:cNvCxnSpPr>
          <p:nvPr/>
        </p:nvCxnSpPr>
        <p:spPr>
          <a:xfrm flipH="1">
            <a:off x="6004443" y="5668105"/>
            <a:ext cx="1" cy="295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22" idx="2"/>
            <a:endCxn id="25" idx="0"/>
          </p:cNvCxnSpPr>
          <p:nvPr/>
        </p:nvCxnSpPr>
        <p:spPr>
          <a:xfrm>
            <a:off x="8802356" y="5666420"/>
            <a:ext cx="1" cy="304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/>
          <p:cNvCxnSpPr>
            <a:stCxn id="28" idx="3"/>
            <a:endCxn id="31" idx="3"/>
          </p:cNvCxnSpPr>
          <p:nvPr/>
        </p:nvCxnSpPr>
        <p:spPr>
          <a:xfrm>
            <a:off x="9673764" y="1931850"/>
            <a:ext cx="12700" cy="263307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26" idx="3"/>
            <a:endCxn id="36" idx="1"/>
          </p:cNvCxnSpPr>
          <p:nvPr/>
        </p:nvCxnSpPr>
        <p:spPr>
          <a:xfrm flipV="1">
            <a:off x="4363217" y="6148471"/>
            <a:ext cx="633036" cy="3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36" idx="3"/>
            <a:endCxn id="25" idx="1"/>
          </p:cNvCxnSpPr>
          <p:nvPr/>
        </p:nvCxnSpPr>
        <p:spPr>
          <a:xfrm>
            <a:off x="7012632" y="6148471"/>
            <a:ext cx="781535" cy="7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25" idx="3"/>
            <a:endCxn id="38" idx="1"/>
          </p:cNvCxnSpPr>
          <p:nvPr/>
        </p:nvCxnSpPr>
        <p:spPr>
          <a:xfrm flipV="1">
            <a:off x="9810546" y="6148471"/>
            <a:ext cx="696673" cy="7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38" idx="0"/>
            <a:endCxn id="37" idx="2"/>
          </p:cNvCxnSpPr>
          <p:nvPr/>
        </p:nvCxnSpPr>
        <p:spPr>
          <a:xfrm flipH="1" flipV="1">
            <a:off x="11017045" y="3710053"/>
            <a:ext cx="13245" cy="2115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23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Case6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Gender/F</a:t>
            </a:r>
          </a:p>
          <a:p>
            <a:r>
              <a:rPr lang="en-US" altLang="zh-CN" dirty="0" smtClean="0"/>
              <a:t>Glass/N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3527" y="2754139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8" name="Rectangle 7"/>
          <p:cNvSpPr/>
          <p:nvPr/>
        </p:nvSpPr>
        <p:spPr>
          <a:xfrm>
            <a:off x="1122145" y="3988970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9" name="Rectangle 8"/>
          <p:cNvSpPr/>
          <p:nvPr/>
        </p:nvSpPr>
        <p:spPr>
          <a:xfrm>
            <a:off x="1123527" y="3194583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144.5 words/min</a:t>
            </a:r>
          </a:p>
          <a:p>
            <a:r>
              <a:rPr lang="en-US" altLang="zh-CN" dirty="0" smtClean="0"/>
              <a:t>Image Distinguish: 57%</a:t>
            </a:r>
            <a:endParaRPr lang="en-US" altLang="zh-CN" dirty="0"/>
          </a:p>
        </p:txBody>
      </p:sp>
      <p:sp>
        <p:nvSpPr>
          <p:cNvPr id="10" name="Rectangle 9"/>
          <p:cNvSpPr/>
          <p:nvPr/>
        </p:nvSpPr>
        <p:spPr>
          <a:xfrm>
            <a:off x="1122145" y="4429414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159 words/min</a:t>
            </a:r>
          </a:p>
          <a:p>
            <a:r>
              <a:rPr lang="en-US" altLang="zh-CN" dirty="0" smtClean="0"/>
              <a:t>Image Distinguish: 50%</a:t>
            </a:r>
            <a:endParaRPr lang="en-US" altLang="zh-C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645" y="2406413"/>
            <a:ext cx="4933497" cy="353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1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Facial analysis improvement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Gender/F</a:t>
            </a:r>
          </a:p>
          <a:p>
            <a:r>
              <a:rPr lang="en-US" altLang="zh-CN" dirty="0" smtClean="0"/>
              <a:t>Glass/N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28993" y="1998701"/>
            <a:ext cx="4805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Distance analysis: Remove number &gt; 3rd </a:t>
            </a:r>
            <a:r>
              <a:rPr lang="en-US" dirty="0"/>
              <a:t>quantile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93" y="2724943"/>
            <a:ext cx="3833813" cy="2728913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>
            <a:off x="5065486" y="4089399"/>
            <a:ext cx="103777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938" y="2689224"/>
            <a:ext cx="3957638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16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Facial analysis improvement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Gender/F</a:t>
            </a:r>
          </a:p>
          <a:p>
            <a:r>
              <a:rPr lang="en-US" altLang="zh-CN" dirty="0" smtClean="0"/>
              <a:t>Glass/N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59" t="5225" r="7613" b="8998"/>
          <a:stretch/>
        </p:blipFill>
        <p:spPr>
          <a:xfrm>
            <a:off x="4498258" y="1441872"/>
            <a:ext cx="7150097" cy="494234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28171" y="2151101"/>
            <a:ext cx="27635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How to normalize position?</a:t>
            </a:r>
          </a:p>
          <a:p>
            <a:r>
              <a:rPr lang="en-US" altLang="zh-CN" dirty="0" smtClean="0"/>
              <a:t>Reverse relationship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550345" y="627783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1290358" y="6277830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600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086582" y="1441872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450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28170" y="1854655"/>
            <a:ext cx="18374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Camera: 640*480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93" y="4804448"/>
            <a:ext cx="1880204" cy="138791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466" y="4813345"/>
            <a:ext cx="1874273" cy="137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8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Facial analysis improvement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Gender/F</a:t>
            </a:r>
          </a:p>
          <a:p>
            <a:r>
              <a:rPr lang="en-US" altLang="zh-CN" dirty="0" smtClean="0"/>
              <a:t>Glass/N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59" t="5225" r="7613" b="8998"/>
          <a:stretch/>
        </p:blipFill>
        <p:spPr>
          <a:xfrm>
            <a:off x="4498258" y="1441872"/>
            <a:ext cx="7150097" cy="494234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28171" y="2151101"/>
            <a:ext cx="27635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How to normalize position?</a:t>
            </a:r>
          </a:p>
          <a:p>
            <a:r>
              <a:rPr lang="en-US" altLang="zh-CN" dirty="0" smtClean="0"/>
              <a:t>Reverse relationship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550345" y="627783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1290358" y="6277830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600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086582" y="1441872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450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28170" y="1854655"/>
            <a:ext cx="18374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Camera: 640*480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93" y="4804448"/>
            <a:ext cx="1880204" cy="138791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466" y="4813345"/>
            <a:ext cx="1874273" cy="137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10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Trends update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0981760"/>
              </p:ext>
            </p:extLst>
          </p:nvPr>
        </p:nvGraphicFramePr>
        <p:xfrm>
          <a:off x="446282" y="2955159"/>
          <a:ext cx="5632584" cy="29985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3516639"/>
              </p:ext>
            </p:extLst>
          </p:nvPr>
        </p:nvGraphicFramePr>
        <p:xfrm>
          <a:off x="6011998" y="2955159"/>
          <a:ext cx="5636762" cy="29958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2987888"/>
              </p:ext>
            </p:extLst>
          </p:nvPr>
        </p:nvGraphicFramePr>
        <p:xfrm>
          <a:off x="6944033" y="20921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56979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2959</TotalTime>
  <Words>316</Words>
  <Application>Microsoft Office PowerPoint</Application>
  <PresentationFormat>Widescreen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 Unicode MS</vt:lpstr>
      <vt:lpstr>等线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Jiamin Sun</dc:creator>
  <cp:lastModifiedBy>Jiamin Sun</cp:lastModifiedBy>
  <cp:revision>366</cp:revision>
  <dcterms:created xsi:type="dcterms:W3CDTF">2017-01-30T00:21:28Z</dcterms:created>
  <dcterms:modified xsi:type="dcterms:W3CDTF">2017-05-25T01:03:30Z</dcterms:modified>
</cp:coreProperties>
</file>